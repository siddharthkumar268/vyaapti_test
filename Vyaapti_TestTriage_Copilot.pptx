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33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HACKATHON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0" y="19202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Vyaapti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Test-Triage Copilot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agent workflow that clusters failing tests by shared root cause, cross-checks compliance documentation, and produces a structured triage report with verified fixes.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754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475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4754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00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475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754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5349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bugs cause </a:t>
            </a:r>
            <a:pPr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</a:t>
            </a:r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test failures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bug in a shared helper breaks 5+ tests across different modules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Developer sees 9 failures and investigates each independently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root cause is re-derived 3-4 times before the pattern is noticed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way to tell which failures are compliance-critical vs. routine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~18 minutes of manual investigation per batch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80%+ is duplicated effort -- tracing the same bug repeatedly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regressions can be missed entirely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Developer context-switches between unrelated failure messages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triage is </a:t>
            </a:r>
            <a:pPr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and error-prone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diagnose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failing tests manually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2103120"/>
            <a:ext cx="352044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4256" y="23317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34256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effort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71416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re-tracing the same root cause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2103120"/>
            <a:ext cx="352044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23317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flags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says nothing about RBI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realistic manual diagnosis of the Vyaapti RTGS Risk-Chain Analyzer test suite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Vyaapti: RTGS Risk-Chain Analyzer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Vyaapti scores chains of RTGS transactions against 5 fraud-risk factors defined by RBI compliance guidelines. Each factor contributes points, capped at 100.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1554480"/>
                <a:gridCol w="5577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BA6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starts and ends at the same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Succession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moved exceeds Rs 1 Cr/hour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9B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has 5+ hops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9E2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near Rs 50L RBI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6E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completes in under 1 hour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bugs, 9 failures, </a:t>
            </a:r>
            <a:pPr indent="0" marL="0">
              <a:buNone/>
            </a:pPr>
            <a:r>
              <a:rPr lang="en-US" sz="3000" b="1" dirty="0">
                <a:solidFill>
                  <a:srgbClr val="F9E2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864" cy="1417320"/>
          </a:xfrm>
          <a:prstGeom prst="rect">
            <a:avLst/>
          </a:prstGeom>
          <a:solidFill>
            <a:srgbClr val="F38B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 -- Time Span Bug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784080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failures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compute_time_span_hours() divides by 60 instead of 3600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rapid_succession (x2) + time_compression (x2) + integration (x1)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91840"/>
            <a:ext cx="54864" cy="1417320"/>
          </a:xfrm>
          <a:prstGeom prst="rect">
            <a:avLst/>
          </a:prstGeom>
          <a:solidFill>
            <a:srgbClr val="F9E2A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 -- Structuring Threshold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3401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49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check_structuring() upper bound is 49.5L instead of 51L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structuring_at_reporting_line + just_below_threshold + compliance_flag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92040"/>
            <a:ext cx="54864" cy="1417320"/>
          </a:xfrm>
          <a:prstGeom prst="rect">
            <a:avLst/>
          </a:prstGeom>
          <a:solidFill>
            <a:srgbClr val="89B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001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 -- Circular Pattern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5001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failure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check_circular_pattern() compares sender-to-sender instead of sender-to-receiver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 circular_pattern_detected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-- THE MESS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developer sees: </a:t>
            </a:r>
            <a:pPr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wall of 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10607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Vyaapti RTGS Risk-Chain Analyzer -- Test Suite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===================================================================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test_layering_detected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test_layering_short_chain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test_risk_level_thresholds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test_rapid_succession_high_velocity  -&gt; Rs 3Cr/30min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test_rapid_succession_boundary  -&gt; Rs 1.1Cr/1hr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test_time_compression_fast_chain  -&gt; 15-min chain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test_time_compression_45_minutes  -&gt; 45-min chain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test_integration_high_risk  -&gt; Expected &gt;=55 got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test_structuring_at_reporting_line  -&gt; Avg Rs 50L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test_structuring_just_below_threshold  -&gt; Avg Rs 49.8L should trigger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test_structuring_compliance_flag  -&gt; Structuring missing -- violation!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 </a:t>
            </a:r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test_circular_pattern_detected  -&gt; A-&gt;B-&gt;C-&gt;A should be detected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TOTAL: 12  |  PASSED: 3  |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developer diagnoses this </a:t>
            </a:r>
            <a:pPr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0136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failure message for test_rapid_succession_high_velocity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1691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4144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441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33172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into compute_velocity() → compute_time_span_hours() → find /60 bug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0" y="2331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8152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081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97180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test_time_compression_fast_chain -- re-trace to same bug (duplicated!)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29718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2160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61188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test_structuring_at_reporting_line -- trace into check_structuring()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36118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36168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361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25196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remaining 5 failures -- connect to already-found roots (more duplication)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42519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9692640" cy="530352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01768"/>
            <a:ext cx="320040" cy="320040"/>
          </a:xfrm>
          <a:prstGeom prst="ellipse">
            <a:avLst/>
          </a:prstGeom>
          <a:solidFill>
            <a:srgbClr val="4547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001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D6F4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892040"/>
            <a:ext cx="886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context -- developer never opens RISK_SCORING.md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4892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missed!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~18 minutes</a:t>
            </a:r>
            <a:pPr algn="ctr"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|  Most of it is duplicated investigation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Vyaapti Test-Triage </a:t>
            </a:r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Bob 2.0 prompt that orchestrates the entire diagnosis pipeline: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58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executes the suite autonomously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214884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34256" y="2258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2651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Understand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25696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code + RISK_SCORING.md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UNDERSTANDING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19872" y="214884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9872" y="2258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651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Failures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9 failures into 3 root causes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5475A"/>
                </a:solidFill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33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526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Investigation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280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subagents run concurrently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74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· PARALLEL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34256" y="402336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34256" y="4133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425696" y="4526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Report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25696" y="48280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triage with compliance flags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334256" y="5074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UNDERSTANDING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19872" y="4023360"/>
            <a:ext cx="3520440" cy="1371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19872" y="41330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C2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526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Verify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48280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fixes, re-run, all green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119872" y="5074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6 -- THE PROMPT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prompt. </a:t>
            </a:r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160520"/>
          </a:xfrm>
          <a:prstGeom prst="rect">
            <a:avLst/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GIVEN TO IBM BOB 2.0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the failing tests in this project using python run_tests.py. For each distinct failure, identify the root cause by reading the relevant function in chain_scoring.py and cross-checking against RISK_SCORING.md.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failures that share the same root cause into clusters. Use parallel subagents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one per failure cluster -- to investigate independently. Each subagent should: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the exact bug (wrong line of code)
2. Explain WHY it causes the observed test failures
3. Cross-check against RISK_SCORING.md for compliance impact
4. Provide the exact code fix (diff format)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all results into a single structured triage report. Then apply all fixes and re-run tests to confirm everything passes."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5943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5943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5943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5943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Mode</a:t>
            </a:r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-- Autonomous Execution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Bob does autonomously: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run_tests.py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334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9 failure messages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552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and reads chain_scoring.py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77056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770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and reads RISK_SCORING.md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investigation strategy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5394960" cy="502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120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fixes and re-runs tests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384048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intervention between the initial prompt and the final report. Bob plans the investigation, executes it, and verifies the fix -- all from a single natural-language instruction.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4846320" cy="146304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886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required: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160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prompt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6 manual steps taking 18 min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BA6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Understanding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RISK_SCORING.MD SAYS: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30552"/>
            <a:ext cx="4937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Structuring (15 pts):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transfer in the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49L-51L band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band brackets the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50L RBI reporting threshold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Transfers deliberately kept below threshold are a structuring signal and </a:t>
            </a:r>
            <a:pPr indent="0" marL="0"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be reported to FIU-IND.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ANALYSIS: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94960" cy="1965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1031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structuring bug (upper bound 49.5L instead of 51L) means transfers at the Rs 50L RBI reporting threshold are no longer flagged. Per RISK_SCORING.md, this is a compliance-critical regression -- mandatory Suspicious Transaction Reports to FIU-IND will be silently skipped."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4114800"/>
            <a:ext cx="5394960" cy="1463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document understanding: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"AssertionError: Average Rs 50L should trigger structuring"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Generic. No compliance context. Easy to deprioritize.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 &amp;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Subagents</a:t>
            </a:r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3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Tasks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9768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70248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Main Agent -- Orchestrator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spawns 3 subagents concurrently 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383280" cy="1600200"/>
          </a:xfrm>
          <a:prstGeom prst="rect">
            <a:avLst/>
          </a:prstGeom>
          <a:solidFill>
            <a:srgbClr val="11111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Time-Span Cluster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5 failures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compute_time_span_hours()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834640"/>
            <a:ext cx="3383280" cy="1600200"/>
          </a:xfrm>
          <a:prstGeom prst="rect">
            <a:avLst/>
          </a:prstGeom>
          <a:solidFill>
            <a:srgbClr val="11111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Cluster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3 failures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threshold constants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2834640"/>
            <a:ext cx="3383280" cy="1600200"/>
          </a:xfrm>
          <a:prstGeom prst="rect">
            <a:avLst/>
          </a:prstGeom>
          <a:solidFill>
            <a:srgbClr val="11111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Pattern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1 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comparison logic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merge results 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70248" y="4937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Triage Report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= max(A, B, C), not A + B + C. Parallel execution cuts wall-clock time.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-- THE TRIAGE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Bob's </a:t>
            </a:r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3200400"/>
                <a:gridCol w="21031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Time Span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rapid_succession (x2), time_compression (x2), integration (x1)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compute_time_span_hours() divides by 60 instead of 3600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/60 → /3600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E2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Structuring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structuring_at_reporting, just_below_threshold, compliance_flag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 hard-coded as 49_50_000, should use STRUCTURING_UPPER_BOUND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49_50_000 → self.STRUCTURING_UPPER_BOUND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9B4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Circular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circular_pattern_detected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chain[-1].sender instead of chain[-1].receiver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.sender → .receiver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9E2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replaces 18 minutes of manual investigation. Generated in ~45 seconds.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one-line fixes. </a:t>
            </a:r>
            <a:pPr indent="0" marL="0">
              <a:buNone/>
            </a:pPr>
            <a:r>
              <a:rPr lang="en-US" sz="3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verified.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A: chain_scoring.py, line ~55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return delta_seconds /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return delta_seconds / 3600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36499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B: chain_scoring.py, line ~82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return self.STRUCTURING_LOWER_BOUND &lt;= avg &lt;= 49_50_000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return self.STRUCTURING_LOWER_BOUND &lt;= avg &lt;= self.STRUCTURING_UPPER_BOUND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82803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C: chain_scoring.py, line ~67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return chain[0].sender == chain[-1].sender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return chain[0].sender == chain[-1].receiver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-- ALL GREEN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Fixes applied. </a:t>
            </a:r>
            <a:pPr indent="0" marL="0">
              <a:buNone/>
            </a:pPr>
            <a:r>
              <a:rPr lang="en-US" sz="3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pass.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1060704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Vyaapti RTGS Risk-Chain Analyzer -- Test Suite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test_layering_detected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test_layering_short_chain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test_risk_level_thresholds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test_rapid_succession_high_velocity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test_rapid_succession_boundary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test_time_compression_fast_chain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test_time_compression_45_minutes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test_integration_high_risk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test_structuring_at_reporting_line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test_structuring_just_below_threshold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test_structuring_compliance_flag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 </a:t>
            </a:r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test_circular_pattern_detected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-------------------------------------------------------------------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TOTAL: 12  |  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PASSED: 12</a:t>
            </a:r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FAILED: 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didn't just explain -- its fixes worked.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</a:t>
            </a:r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Time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min</a:t>
            </a:r>
            <a:pPr algn="ctr" indent="0" marL="0">
              <a:buNone/>
            </a:pPr>
            <a:r>
              <a:rPr lang="en-US" sz="1600" dirty="0">
                <a:solidFill>
                  <a:srgbClr val="4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sec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~24x faster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2044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4256" y="1810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Grouping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34256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pPr algn="ctr" indent="0" marL="0">
              <a:buNone/>
            </a:pPr>
            <a:r>
              <a:rPr lang="en-US" sz="1600" dirty="0">
                <a:solidFill>
                  <a:srgbClr val="4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334256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clusters found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2044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1810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Flags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600" dirty="0">
                <a:solidFill>
                  <a:srgbClr val="4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missed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474720"/>
                <a:gridCol w="3474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DD6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1E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diagnosis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6E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Duplicated investigation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6E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regressions flagged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(missed)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6E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(with doc references)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AC2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fix provided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38B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6E3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(re-run confirmed)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45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111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speed: </a:t>
            </a:r>
            <a:pPr indent="0" marL="0">
              <a:buNone/>
            </a:pPr>
            <a:r>
              <a:rPr lang="en-US" sz="3000" b="1" dirty="0">
                <a:solidFill>
                  <a:srgbClr val="F9E2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what humans miss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Bob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sees "assertion failed" on the structuring test. Fixes the threshold band to make the test pass. Never opens RISK_SCORING.md. Never realizes this was a compliance-critical regression.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4846320" cy="173736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3891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might be incomplete or deprioritized. Mandatory STR filings to FIU-IND silently stop. Regulatory exposure.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reads RISK_SCORING.md and flags: "This bug means the Rs 50L RBI reporting threshold is no longer enforced. Per RISK_SCORING.md, this is a compliance-critical regression -- mandatory STRs to FIU-IND will be skipped."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4114800"/>
            <a:ext cx="4846320" cy="1554480"/>
          </a:xfrm>
          <a:prstGeom prst="rect">
            <a:avLst/>
          </a:prstGeom>
          <a:solidFill>
            <a:srgbClr val="11111B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572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 prioritized immediately. Compliance team is notified. No regulatory gap.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GENERALIZES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Vyaapti. </a:t>
            </a:r>
            <a:pPr indent="0" marL="0">
              <a:buNone/>
            </a:pPr>
            <a:r>
              <a:rPr lang="en-US" sz="30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codebase.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-- shared utilities causing cascading multi-test failures -- is one of the most common and costly debugging scenarios in real engineering teams.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rules in docs, scoring functions in code. One threshold change breaks 10 tests across risk factors.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4256" y="2331720"/>
            <a:ext cx="35204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MedTech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calculations, regulatory limits. A unit-conversion bug cascades across patient-safety tests.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19872" y="2331720"/>
            <a:ext cx="3520440" cy="141732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SaaS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27889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pricing/tax utilities. A rounding change breaks checkout, invoice, and refund tests.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workflow: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663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75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by root cause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663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75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investigation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663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75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663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docs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663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5475A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4663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report + fix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D6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Features Used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test execution, file exploration, fix application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Understanding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035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RISK_SCORING.md to flag compliance impact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941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694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failure cluster for independent investigation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52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3525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clusters investigated concurrently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Stack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423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4937760" cy="0"/>
          </a:xfrm>
          <a:prstGeom prst="line">
            <a:avLst/>
          </a:prstGeom>
          <a:noFill/>
          <a:ln w="12700">
            <a:solidFill>
              <a:srgbClr val="3132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runner + pytest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337560"/>
            <a:ext cx="4937760" cy="0"/>
          </a:xfrm>
          <a:prstGeom prst="line">
            <a:avLst/>
          </a:prstGeom>
          <a:noFill/>
          <a:ln w="12700">
            <a:solidFill>
              <a:srgbClr val="3132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RTGS Fraud Detection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840480"/>
            <a:ext cx="4937760" cy="0"/>
          </a:xfrm>
          <a:prstGeom prst="line">
            <a:avLst/>
          </a:prstGeom>
          <a:noFill/>
          <a:ln w="12700">
            <a:solidFill>
              <a:srgbClr val="3132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931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(9 failing, 3 passing)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4343400"/>
            <a:ext cx="4937760" cy="0"/>
          </a:xfrm>
          <a:prstGeom prst="line">
            <a:avLst/>
          </a:prstGeom>
          <a:noFill/>
          <a:ln w="12700">
            <a:solidFill>
              <a:srgbClr val="3132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4434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(2 shared + 1 isolated)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4846320"/>
            <a:ext cx="4937760" cy="0"/>
          </a:xfrm>
          <a:prstGeom prst="line">
            <a:avLst/>
          </a:prstGeom>
          <a:noFill/>
          <a:ln w="12700">
            <a:solidFill>
              <a:srgbClr val="313244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3716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9B4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Vyaapti Test-Triage Copilot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94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 failing tests to 3 root causes in 45 seconds.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3063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5475A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6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sec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Bob 2.0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IBM Bob 2.0 Hackathon | Open Track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2026-09-25T19:46:21Z</dcterms:created>
  <dcterms:modified xsi:type="dcterms:W3CDTF">2026-09-25T19:46:21Z</dcterms:modified>
</cp:coreProperties>
</file>